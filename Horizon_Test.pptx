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6"/>
  </p:notesMasterIdLst>
  <p:handoutMasterIdLst>
    <p:handoutMasterId r:id="rId7"/>
  </p:handoutMasterIdLst>
  <p:sldIdLst>
    <p:sldId id="257" r:id="rId4"/>
    <p:sldId id="258" r:id="rId5"/>
  </p:sldIdLst>
  <p:sldSz cx="9144000" cy="5143500" type="screen16x9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2" userDrawn="1">
          <p15:clr>
            <a:srgbClr val="A4A3A4"/>
          </p15:clr>
        </p15:guide>
        <p15:guide id="2" orient="horz" pos="612" userDrawn="1">
          <p15:clr>
            <a:srgbClr val="A4A3A4"/>
          </p15:clr>
        </p15:guide>
        <p15:guide id="3" orient="horz" pos="1854" userDrawn="1">
          <p15:clr>
            <a:srgbClr val="A4A3A4"/>
          </p15:clr>
        </p15:guide>
        <p15:guide id="4" orient="horz" pos="2994" userDrawn="1">
          <p15:clr>
            <a:srgbClr val="A4A3A4"/>
          </p15:clr>
        </p15:guide>
        <p15:guide id="5" pos="2934" userDrawn="1">
          <p15:clr>
            <a:srgbClr val="A4A3A4"/>
          </p15:clr>
        </p15:guide>
        <p15:guide id="6" pos="2826" userDrawn="1">
          <p15:clr>
            <a:srgbClr val="A4A3A4"/>
          </p15:clr>
        </p15:guide>
        <p15:guide id="7" pos="5538" userDrawn="1">
          <p15:clr>
            <a:srgbClr val="A4A3A4"/>
          </p15:clr>
        </p15:guide>
        <p15:guide id="8" pos="22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BE7"/>
    <a:srgbClr val="2EBEEF"/>
    <a:srgbClr val="93D5F6"/>
    <a:srgbClr val="CEEBFC"/>
    <a:srgbClr val="0057B7"/>
    <a:srgbClr val="000828"/>
    <a:srgbClr val="475968"/>
    <a:srgbClr val="E523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04" autoAdjust="0"/>
  </p:normalViewPr>
  <p:slideViewPr>
    <p:cSldViewPr snapToGrid="0" snapToObjects="1">
      <p:cViewPr>
        <p:scale>
          <a:sx n="140" d="100"/>
          <a:sy n="140" d="100"/>
        </p:scale>
        <p:origin x="168" y="52"/>
      </p:cViewPr>
      <p:guideLst>
        <p:guide orient="horz" pos="1752"/>
        <p:guide orient="horz" pos="612"/>
        <p:guide orient="horz" pos="1854"/>
        <p:guide orient="horz" pos="2994"/>
        <p:guide pos="2934"/>
        <p:guide pos="2826"/>
        <p:guide pos="5538"/>
        <p:guide pos="22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-3834" y="-96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de-DE" sz="11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37581487-DED7-4908-9A01-0A45EDCB1D6C}" type="datetimeFigureOut">
              <a:rPr lang="de-DE" sz="1100"/>
              <a:t>18.09.2026</a:t>
            </a:fld>
            <a:endParaRPr lang="de-DE" sz="110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de-DE" sz="11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3F42A22D-1E89-46D3-A8B1-76349A9A3E3A}" type="slidenum">
              <a:rPr lang="de-DE" sz="1100"/>
              <a:t>‹#›</a:t>
            </a:fld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527662289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5888" y="403225"/>
            <a:ext cx="6850062" cy="385445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vert="horz" lIns="99048" tIns="49524" rIns="99048" bIns="49524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372667" y="4432312"/>
            <a:ext cx="6335333" cy="5439657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4" y="9947545"/>
            <a:ext cx="3076363" cy="282056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100"/>
            </a:lvl1pPr>
          </a:lstStyle>
          <a:p>
            <a:fld id="{D61B4C21-2AF8-4513-9A88-12DEBB551087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2262257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216000" indent="-216000" algn="l" defTabSz="914400" rtl="0" eaLnBrk="1" latinLnBrk="0" hangingPunct="1">
      <a:buClr>
        <a:schemeClr val="tx2"/>
      </a:buClr>
      <a:buFont typeface="Tahoma" panose="020B060403050404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432000" indent="-216000" algn="l" defTabSz="914400" rtl="0" eaLnBrk="1" latinLnBrk="0" hangingPunct="1">
      <a:buClr>
        <a:schemeClr val="tx2"/>
      </a:buClr>
      <a:buFont typeface="Tahoma" panose="020B060403050404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648000" indent="-216000" algn="l" defTabSz="914400" rtl="0" eaLnBrk="1" latinLnBrk="0" hangingPunct="1">
      <a:buClr>
        <a:schemeClr val="tx2"/>
      </a:buClr>
      <a:buFont typeface="Tahoma" panose="020B060403050404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864000" indent="-216000" algn="l" defTabSz="914400" rtl="0" eaLnBrk="1" latinLnBrk="0" hangingPunct="1">
      <a:buClr>
        <a:schemeClr val="tx2"/>
      </a:buClr>
      <a:buFont typeface="Tahoma" panose="020B060403050404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bildplatzhalter 2"/>
          <p:cNvSpPr>
            <a:spLocks noGrp="1" noRot="1" noChangeAspect="1"/>
          </p:cNvSpPr>
          <p:nvPr>
            <p:ph type="sldImg"/>
          </p:nvPr>
        </p:nvSpPr>
        <p:spPr>
          <a:xfrm>
            <a:off x="360363" y="360363"/>
            <a:ext cx="6119812" cy="3443287"/>
          </a:xfrm>
        </p:spPr>
      </p:sp>
      <p:sp>
        <p:nvSpPr>
          <p:cNvPr id="5" name="Notizenplatzhalt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B4C21-2AF8-4513-9A88-12DEBB551087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1651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54C01-C959-780B-F3EA-E7B85B2BD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bildplatzhalter 2">
            <a:extLst>
              <a:ext uri="{FF2B5EF4-FFF2-40B4-BE49-F238E27FC236}">
                <a16:creationId xmlns:a16="http://schemas.microsoft.com/office/drawing/2014/main" id="{591313EC-93EF-9170-CBB6-A20D33965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60363" y="360363"/>
            <a:ext cx="6119812" cy="3443287"/>
          </a:xfrm>
        </p:spPr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299F1099-6A05-709A-15DA-974322DC7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4F079C5A-4CAC-6BF5-E45F-21CB10555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B4C21-2AF8-4513-9A88-12DEBB551087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43683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0B27B7-17E5-4A05-7F83-00E7B178F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999" y="908416"/>
            <a:ext cx="8424000" cy="1057982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4B27D11-1CD9-19FD-3A35-75868FE6D2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9998" y="2190181"/>
            <a:ext cx="8424000" cy="66378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de-DE" sz="2400" b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ts val="3000"/>
              </a:lnSpc>
              <a:spcBef>
                <a:spcPct val="0"/>
              </a:spcBef>
            </a:pPr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3713CE-4716-A550-4F54-7739A55A3D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E326E1C-6104-4B1D-A0DF-E3388A3C354E}" type="datetimeFigureOut">
              <a:rPr lang="de-DE" smtClean="0"/>
              <a:pPr/>
              <a:t>18.09.2026</a:t>
            </a:fld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B38394-6756-0F9B-4B68-F8E62E08EB3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4395" t="24411" r="24395" b="24411"/>
          <a:stretch/>
        </p:blipFill>
        <p:spPr>
          <a:xfrm>
            <a:off x="7828763" y="3828585"/>
            <a:ext cx="864000" cy="863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52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for dark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2">
            <a:extLst>
              <a:ext uri="{FF2B5EF4-FFF2-40B4-BE49-F238E27FC236}">
                <a16:creationId xmlns:a16="http://schemas.microsoft.com/office/drawing/2014/main" id="{22FDBB0D-9A76-097F-5478-D8AB3324536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73"/>
            <a:ext cx="9144000" cy="5144541"/>
          </a:xfr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109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59999" y="908416"/>
            <a:ext cx="8424000" cy="1057982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z="3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59997" y="2190180"/>
            <a:ext cx="8424001" cy="66378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de-DE" sz="2400" b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ts val="3000"/>
              </a:lnSpc>
              <a:spcBef>
                <a:spcPct val="0"/>
              </a:spcBef>
            </a:pPr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473F4857-E0CA-3F2B-147D-10B520AAFE8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28762" y="3828584"/>
            <a:ext cx="864000" cy="864267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 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8086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for br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2">
            <a:extLst>
              <a:ext uri="{FF2B5EF4-FFF2-40B4-BE49-F238E27FC236}">
                <a16:creationId xmlns:a16="http://schemas.microsoft.com/office/drawing/2014/main" id="{22FDBB0D-9A76-097F-5478-D8AB3324536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73"/>
            <a:ext cx="9144000" cy="5144541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59999" y="908416"/>
            <a:ext cx="8424000" cy="1057982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z="3600" dirty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59997" y="2190180"/>
            <a:ext cx="8424001" cy="66378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de-DE" sz="2400" b="0" dirty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ts val="3000"/>
              </a:lnSpc>
              <a:spcBef>
                <a:spcPct val="0"/>
              </a:spcBef>
            </a:pPr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6CF8F7F5-1D26-B002-9948-6C3932287B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28762" y="3828584"/>
            <a:ext cx="864000" cy="864267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 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19211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(blue)">
    <p:bg>
      <p:bgPr>
        <a:solidFill>
          <a:srgbClr val="0026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13"/>
          <p:cNvSpPr>
            <a:spLocks noGrp="1"/>
          </p:cNvSpPr>
          <p:nvPr>
            <p:ph type="body" sz="quarter" idx="12"/>
          </p:nvPr>
        </p:nvSpPr>
        <p:spPr>
          <a:xfrm>
            <a:off x="360002" y="324642"/>
            <a:ext cx="1279615" cy="682523"/>
          </a:xfrm>
        </p:spPr>
        <p:txBody>
          <a:bodyPr wrap="none" lIns="0" tIns="0" rIns="0" bIns="0">
            <a:noAutofit/>
          </a:bodyPr>
          <a:lstStyle>
            <a:lvl1pPr>
              <a:defRPr lang="de-DE" sz="2400" b="1" kern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platzhalter 12"/>
          <p:cNvSpPr>
            <a:spLocks noGrp="1"/>
          </p:cNvSpPr>
          <p:nvPr>
            <p:ph type="body" sz="quarter" idx="13"/>
          </p:nvPr>
        </p:nvSpPr>
        <p:spPr>
          <a:xfrm>
            <a:off x="360001" y="1404858"/>
            <a:ext cx="8424000" cy="162327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3200" b="1" kern="1200" dirty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C46C04E-B4AE-3757-B779-346B521441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" b="33"/>
          <a:stretch/>
        </p:blipFill>
        <p:spPr>
          <a:xfrm>
            <a:off x="360002" y="4796188"/>
            <a:ext cx="209204" cy="209068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F39BA41-B913-0437-A25B-775D9A03C5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04001" y="4890653"/>
            <a:ext cx="180000" cy="10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>
                <a:solidFill>
                  <a:srgbClr val="FFFFFF"/>
                </a:solidFill>
              </a:rPr>
              <a:pPr>
                <a:lnSpc>
                  <a:spcPts val="800"/>
                </a:lnSpc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881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with Picture (blue)">
    <p:bg>
      <p:bgPr>
        <a:solidFill>
          <a:srgbClr val="0026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13"/>
          <p:cNvSpPr>
            <a:spLocks noGrp="1"/>
          </p:cNvSpPr>
          <p:nvPr>
            <p:ph type="body" sz="quarter" idx="12"/>
          </p:nvPr>
        </p:nvSpPr>
        <p:spPr>
          <a:xfrm>
            <a:off x="360002" y="324642"/>
            <a:ext cx="1279615" cy="682523"/>
          </a:xfrm>
        </p:spPr>
        <p:txBody>
          <a:bodyPr wrap="none" lIns="0" tIns="0" rIns="0" bIns="0">
            <a:noAutofit/>
          </a:bodyPr>
          <a:lstStyle>
            <a:lvl1pPr>
              <a:defRPr lang="de-DE" sz="2400" b="1" kern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platzhalter 12"/>
          <p:cNvSpPr>
            <a:spLocks noGrp="1"/>
          </p:cNvSpPr>
          <p:nvPr>
            <p:ph type="body" sz="quarter" idx="13"/>
          </p:nvPr>
        </p:nvSpPr>
        <p:spPr>
          <a:xfrm>
            <a:off x="360001" y="1404858"/>
            <a:ext cx="4122000" cy="162327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3200" b="1" kern="1200" dirty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4AF9126-6937-A989-7F32-992CCFD90D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61096" y="0"/>
            <a:ext cx="4482904" cy="5143500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F39BA41-B913-0437-A25B-775D9A03C5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04001" y="4890653"/>
            <a:ext cx="180000" cy="10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>
                <a:solidFill>
                  <a:srgbClr val="FFFFFF"/>
                </a:solidFill>
              </a:rPr>
              <a:pPr>
                <a:lnSpc>
                  <a:spcPts val="800"/>
                </a:lnSpc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C7C70C-6D75-BA5B-7801-55484AF841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" b="33"/>
          <a:stretch/>
        </p:blipFill>
        <p:spPr>
          <a:xfrm>
            <a:off x="360002" y="4796188"/>
            <a:ext cx="209204" cy="209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73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13"/>
          <p:cNvSpPr>
            <a:spLocks noGrp="1"/>
          </p:cNvSpPr>
          <p:nvPr>
            <p:ph type="body" sz="quarter" idx="12"/>
          </p:nvPr>
        </p:nvSpPr>
        <p:spPr>
          <a:xfrm>
            <a:off x="360002" y="324642"/>
            <a:ext cx="1279615" cy="682523"/>
          </a:xfrm>
        </p:spPr>
        <p:txBody>
          <a:bodyPr wrap="none" lIns="0" tIns="0" rIns="0" bIns="0">
            <a:noAutofit/>
          </a:bodyPr>
          <a:lstStyle>
            <a:lvl1pPr>
              <a:defRPr lang="de-DE" sz="2400" b="1" kern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platzhalter 12"/>
          <p:cNvSpPr>
            <a:spLocks noGrp="1"/>
          </p:cNvSpPr>
          <p:nvPr>
            <p:ph type="body" sz="quarter" idx="13"/>
          </p:nvPr>
        </p:nvSpPr>
        <p:spPr>
          <a:xfrm>
            <a:off x="360001" y="1404858"/>
            <a:ext cx="8424000" cy="162327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3200" b="1" kern="1200" dirty="0">
                <a:solidFill>
                  <a:schemeClr val="accent5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D9263DE1-C037-39FE-DC94-7BCEAC44F83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604001" y="4871601"/>
            <a:ext cx="180000" cy="108000"/>
          </a:xfrm>
        </p:spPr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6B7887E8-7A83-7E04-5B3E-859482CED4E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4395" t="24411" r="24395" b="24411"/>
          <a:stretch/>
        </p:blipFill>
        <p:spPr>
          <a:xfrm>
            <a:off x="360003" y="4796189"/>
            <a:ext cx="209204" cy="20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301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with Picture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13"/>
          <p:cNvSpPr>
            <a:spLocks noGrp="1"/>
          </p:cNvSpPr>
          <p:nvPr>
            <p:ph type="body" sz="quarter" idx="12"/>
          </p:nvPr>
        </p:nvSpPr>
        <p:spPr>
          <a:xfrm>
            <a:off x="360002" y="324642"/>
            <a:ext cx="1279615" cy="682523"/>
          </a:xfrm>
        </p:spPr>
        <p:txBody>
          <a:bodyPr wrap="none" lIns="0" tIns="0" rIns="0" bIns="0">
            <a:noAutofit/>
          </a:bodyPr>
          <a:lstStyle>
            <a:lvl1pPr>
              <a:defRPr lang="de-DE" sz="2400" b="1" kern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platzhalter 12"/>
          <p:cNvSpPr>
            <a:spLocks noGrp="1"/>
          </p:cNvSpPr>
          <p:nvPr>
            <p:ph type="body" sz="quarter" idx="13"/>
          </p:nvPr>
        </p:nvSpPr>
        <p:spPr>
          <a:xfrm>
            <a:off x="360001" y="1404858"/>
            <a:ext cx="4122000" cy="162327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3200" b="1" kern="1200" dirty="0">
                <a:solidFill>
                  <a:schemeClr val="accent5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2" name="Bildplatzhalter 2">
            <a:extLst>
              <a:ext uri="{FF2B5EF4-FFF2-40B4-BE49-F238E27FC236}">
                <a16:creationId xmlns:a16="http://schemas.microsoft.com/office/drawing/2014/main" id="{043B0EE3-F67E-B2CB-E7F0-9B5841AFA6D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61096" y="0"/>
            <a:ext cx="4482904" cy="5143500"/>
          </a:xfr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D9263DE1-C037-39FE-DC94-7BCEAC44F83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604001" y="4871601"/>
            <a:ext cx="180000" cy="108000"/>
          </a:xfrm>
        </p:spPr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3643AFB-05B7-7AEC-BD7F-D8F9A67AF97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4395" t="24411" r="24395" b="24411"/>
          <a:stretch/>
        </p:blipFill>
        <p:spPr>
          <a:xfrm>
            <a:off x="360003" y="4796189"/>
            <a:ext cx="209204" cy="20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56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8235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FF4FF9-089E-B64F-31F5-B32916481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B1E25E-CC58-36FC-D066-614E813AA4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5" y="972000"/>
            <a:ext cx="4122737" cy="37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6189EB9-5D0A-643A-9E37-67B6A10F44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1F90B3-341F-6366-0B38-F7E0F7B8A2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E326E1C-6104-4B1D-A0DF-E3388A3C354E}" type="datetimeFigureOut">
              <a:rPr lang="de-DE" smtClean="0"/>
              <a:pPr/>
              <a:t>18.09.2026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229ABA9-53BD-FEB3-7879-870B77FB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9E99631-F2A8-59D7-D1F8-6147F1E0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B6847-08BA-46A7-9F57-5D815BE626A9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54343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0" rIns="0" bIns="0" rtlCol="0" anchor="ctr"/>
          <a:lstStyle>
            <a:lvl1pPr>
              <a:defRPr lang="de-DE" smtClean="0"/>
            </a:lvl1pPr>
          </a:lstStyle>
          <a:p>
            <a:fld id="{D985BC7C-F6A2-4FED-9217-735A5E10A31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Inhaltsplatzhalter 1"/>
          <p:cNvSpPr>
            <a:spLocks noGrp="1"/>
          </p:cNvSpPr>
          <p:nvPr>
            <p:ph idx="1"/>
          </p:nvPr>
        </p:nvSpPr>
        <p:spPr bwMode="gray">
          <a:xfrm>
            <a:off x="360001" y="972000"/>
            <a:ext cx="2700000" cy="37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idx="13"/>
          </p:nvPr>
        </p:nvSpPr>
        <p:spPr bwMode="gray">
          <a:xfrm>
            <a:off x="3222002" y="972000"/>
            <a:ext cx="2700000" cy="37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sz="quarter" idx="14"/>
          </p:nvPr>
        </p:nvSpPr>
        <p:spPr>
          <a:xfrm>
            <a:off x="6084002" y="972000"/>
            <a:ext cx="2700000" cy="37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69622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0" rIns="0" bIns="0" rtlCol="0" anchor="ctr"/>
          <a:lstStyle>
            <a:lvl1pPr>
              <a:defRPr lang="de-DE" smtClean="0"/>
            </a:lvl1pPr>
          </a:lstStyle>
          <a:p>
            <a:fld id="{D985BC7C-F6A2-4FED-9217-735A5E10A31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Inhaltsplatzhalter 1"/>
          <p:cNvSpPr>
            <a:spLocks noGrp="1"/>
          </p:cNvSpPr>
          <p:nvPr>
            <p:ph idx="1"/>
          </p:nvPr>
        </p:nvSpPr>
        <p:spPr bwMode="gray">
          <a:xfrm>
            <a:off x="360003" y="972000"/>
            <a:ext cx="4122737" cy="18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idx="13"/>
          </p:nvPr>
        </p:nvSpPr>
        <p:spPr bwMode="gray">
          <a:xfrm>
            <a:off x="4660362" y="972000"/>
            <a:ext cx="4122737" cy="18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sz="quarter" idx="14"/>
          </p:nvPr>
        </p:nvSpPr>
        <p:spPr>
          <a:xfrm>
            <a:off x="360003" y="2952000"/>
            <a:ext cx="4122737" cy="1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8" name="Inhaltsplatzhalter 4"/>
          <p:cNvSpPr>
            <a:spLocks noGrp="1"/>
          </p:cNvSpPr>
          <p:nvPr>
            <p:ph sz="quarter" idx="15"/>
          </p:nvPr>
        </p:nvSpPr>
        <p:spPr>
          <a:xfrm>
            <a:off x="4660362" y="2952000"/>
            <a:ext cx="4122737" cy="1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41755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0" rIns="0" bIns="0" rtlCol="0" anchor="ctr"/>
          <a:lstStyle>
            <a:lvl1pPr>
              <a:defRPr lang="de-DE" smtClean="0"/>
            </a:lvl1pPr>
          </a:lstStyle>
          <a:p>
            <a:fld id="{D985BC7C-F6A2-4FED-9217-735A5E10A31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Inhaltsplatzhalter 1"/>
          <p:cNvSpPr>
            <a:spLocks noGrp="1"/>
          </p:cNvSpPr>
          <p:nvPr>
            <p:ph idx="1"/>
          </p:nvPr>
        </p:nvSpPr>
        <p:spPr bwMode="gray">
          <a:xfrm>
            <a:off x="360001" y="972000"/>
            <a:ext cx="2700000" cy="18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idx="13"/>
          </p:nvPr>
        </p:nvSpPr>
        <p:spPr bwMode="gray">
          <a:xfrm>
            <a:off x="3222002" y="972000"/>
            <a:ext cx="2700000" cy="18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sz="quarter" idx="14"/>
          </p:nvPr>
        </p:nvSpPr>
        <p:spPr>
          <a:xfrm>
            <a:off x="6084002" y="972000"/>
            <a:ext cx="2700000" cy="1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8" name="Inhaltsplatzhalter 4"/>
          <p:cNvSpPr>
            <a:spLocks noGrp="1"/>
          </p:cNvSpPr>
          <p:nvPr>
            <p:ph sz="quarter" idx="15"/>
          </p:nvPr>
        </p:nvSpPr>
        <p:spPr>
          <a:xfrm>
            <a:off x="360001" y="2951775"/>
            <a:ext cx="2700000" cy="1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9" name="Inhaltsplatzhalter 5"/>
          <p:cNvSpPr>
            <a:spLocks noGrp="1"/>
          </p:cNvSpPr>
          <p:nvPr>
            <p:ph sz="quarter" idx="16"/>
          </p:nvPr>
        </p:nvSpPr>
        <p:spPr>
          <a:xfrm>
            <a:off x="3222002" y="2951775"/>
            <a:ext cx="2700000" cy="1800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Inhaltsplatzhalter 6"/>
          <p:cNvSpPr>
            <a:spLocks noGrp="1"/>
          </p:cNvSpPr>
          <p:nvPr>
            <p:ph sz="quarter" idx="17"/>
          </p:nvPr>
        </p:nvSpPr>
        <p:spPr>
          <a:xfrm>
            <a:off x="6084002" y="2951775"/>
            <a:ext cx="2700000" cy="1800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66009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/>
        </p:nvSpPr>
        <p:spPr>
          <a:xfrm>
            <a:off x="340818" y="4707947"/>
            <a:ext cx="4610366" cy="36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9991" tIns="89991" rIns="89991" bIns="8999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lnSpc>
                <a:spcPts val="1699"/>
              </a:lnSpc>
              <a:spcBef>
                <a:spcPts val="840"/>
              </a:spcBef>
              <a:spcAft>
                <a:spcPct val="0"/>
              </a:spcAft>
            </a:pPr>
            <a:endParaRPr lang="de-DE" sz="1200" dirty="0">
              <a:solidFill>
                <a:srgbClr val="000000"/>
              </a:solidFill>
              <a:cs typeface="Tahoma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2" y="143999"/>
            <a:ext cx="4122000" cy="79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929391" y="4871601"/>
            <a:ext cx="3564000" cy="108000"/>
          </a:xfrm>
        </p:spPr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 bwMode="gray">
          <a:xfrm>
            <a:off x="360003" y="972000"/>
            <a:ext cx="4122737" cy="37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7" name="Bildplatzhalter 2"/>
          <p:cNvSpPr>
            <a:spLocks noGrp="1"/>
          </p:cNvSpPr>
          <p:nvPr>
            <p:ph type="pic" sz="quarter" idx="12"/>
          </p:nvPr>
        </p:nvSpPr>
        <p:spPr>
          <a:xfrm>
            <a:off x="4661096" y="0"/>
            <a:ext cx="4482904" cy="51435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>
                <a:solidFill>
                  <a:srgbClr val="FFFFFF"/>
                </a:solidFill>
              </a:rPr>
              <a:pPr>
                <a:lnSpc>
                  <a:spcPts val="800"/>
                </a:lnSpc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4862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/>
        </p:nvSpPr>
        <p:spPr>
          <a:xfrm>
            <a:off x="340818" y="4707947"/>
            <a:ext cx="4610366" cy="36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9991" tIns="89991" rIns="89991" bIns="8999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lnSpc>
                <a:spcPts val="1699"/>
              </a:lnSpc>
              <a:spcBef>
                <a:spcPts val="840"/>
              </a:spcBef>
              <a:spcAft>
                <a:spcPct val="0"/>
              </a:spcAft>
            </a:pPr>
            <a:endParaRPr lang="de-DE" sz="1200" dirty="0">
              <a:solidFill>
                <a:srgbClr val="000000"/>
              </a:solidFill>
              <a:cs typeface="Tahoma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2" y="143999"/>
            <a:ext cx="4122000" cy="79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929391" y="4871601"/>
            <a:ext cx="3563234" cy="108000"/>
          </a:xfrm>
        </p:spPr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5" name="Inhaltsplatzhalter 2"/>
          <p:cNvSpPr>
            <a:spLocks noGrp="1"/>
          </p:cNvSpPr>
          <p:nvPr>
            <p:ph idx="1"/>
          </p:nvPr>
        </p:nvSpPr>
        <p:spPr bwMode="gray">
          <a:xfrm>
            <a:off x="360003" y="972000"/>
            <a:ext cx="4122737" cy="37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6" name="Bildplatzhalter 1"/>
          <p:cNvSpPr>
            <a:spLocks noGrp="1"/>
          </p:cNvSpPr>
          <p:nvPr>
            <p:ph type="pic" sz="quarter" idx="12"/>
          </p:nvPr>
        </p:nvSpPr>
        <p:spPr>
          <a:xfrm>
            <a:off x="4661096" y="2"/>
            <a:ext cx="4482904" cy="2574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8" name="Bildplatzhalter 2"/>
          <p:cNvSpPr>
            <a:spLocks noGrp="1"/>
          </p:cNvSpPr>
          <p:nvPr>
            <p:ph type="pic" sz="quarter" idx="13"/>
          </p:nvPr>
        </p:nvSpPr>
        <p:spPr>
          <a:xfrm>
            <a:off x="4661096" y="2574002"/>
            <a:ext cx="4482904" cy="2574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>
                <a:solidFill>
                  <a:srgbClr val="FFFFFF"/>
                </a:solidFill>
              </a:rPr>
              <a:pPr>
                <a:lnSpc>
                  <a:spcPts val="800"/>
                </a:lnSpc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0303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 and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0" rIns="0" bIns="0" rtlCol="0" anchor="ctr"/>
          <a:lstStyle>
            <a:lvl1pPr>
              <a:defRPr lang="de-DE" smtClean="0"/>
            </a:lvl1pPr>
          </a:lstStyle>
          <a:p>
            <a:fld id="{D985BC7C-F6A2-4FED-9217-735A5E10A31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Textplatzhalter 1"/>
          <p:cNvSpPr>
            <a:spLocks noGrp="1"/>
          </p:cNvSpPr>
          <p:nvPr>
            <p:ph type="body" sz="quarter" idx="12"/>
          </p:nvPr>
        </p:nvSpPr>
        <p:spPr>
          <a:xfrm>
            <a:off x="360001" y="971999"/>
            <a:ext cx="2700000" cy="36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3222002" y="971999"/>
            <a:ext cx="2700000" cy="36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4"/>
          </p:nvPr>
        </p:nvSpPr>
        <p:spPr>
          <a:xfrm>
            <a:off x="6084002" y="971999"/>
            <a:ext cx="2700000" cy="36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Bildplatzhalter 1"/>
          <p:cNvSpPr>
            <a:spLocks noGrp="1"/>
          </p:cNvSpPr>
          <p:nvPr>
            <p:ph type="pic" sz="quarter" idx="15"/>
          </p:nvPr>
        </p:nvSpPr>
        <p:spPr>
          <a:xfrm>
            <a:off x="360001" y="1511998"/>
            <a:ext cx="2700000" cy="1800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9" name="Bildplatzhalter 2"/>
          <p:cNvSpPr>
            <a:spLocks noGrp="1"/>
          </p:cNvSpPr>
          <p:nvPr>
            <p:ph type="pic" sz="quarter" idx="16"/>
          </p:nvPr>
        </p:nvSpPr>
        <p:spPr>
          <a:xfrm>
            <a:off x="3222002" y="1511998"/>
            <a:ext cx="2700000" cy="1800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0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084002" y="1511998"/>
            <a:ext cx="2700000" cy="1800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1" name="Inhaltsplatzhalter 1"/>
          <p:cNvSpPr>
            <a:spLocks noGrp="1"/>
          </p:cNvSpPr>
          <p:nvPr>
            <p:ph sz="quarter" idx="18"/>
          </p:nvPr>
        </p:nvSpPr>
        <p:spPr>
          <a:xfrm>
            <a:off x="360001" y="3491998"/>
            <a:ext cx="2700000" cy="1260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2" name="Inhaltsplatzhalter 2"/>
          <p:cNvSpPr>
            <a:spLocks noGrp="1"/>
          </p:cNvSpPr>
          <p:nvPr>
            <p:ph sz="quarter" idx="19"/>
          </p:nvPr>
        </p:nvSpPr>
        <p:spPr>
          <a:xfrm>
            <a:off x="3222002" y="3491998"/>
            <a:ext cx="2700000" cy="1260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3" name="Inhaltsplatzhalter 3"/>
          <p:cNvSpPr>
            <a:spLocks noGrp="1"/>
          </p:cNvSpPr>
          <p:nvPr>
            <p:ph sz="quarter" idx="20"/>
          </p:nvPr>
        </p:nvSpPr>
        <p:spPr>
          <a:xfrm>
            <a:off x="6084002" y="3491998"/>
            <a:ext cx="2700000" cy="1260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928521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0" rIns="0" bIns="0" rtlCol="0" anchor="ctr"/>
          <a:lstStyle>
            <a:lvl1pPr>
              <a:defRPr lang="de-DE" smtClean="0"/>
            </a:lvl1pPr>
          </a:lstStyle>
          <a:p>
            <a:fld id="{D985BC7C-F6A2-4FED-9217-735A5E10A31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2"/>
          </p:nvPr>
        </p:nvSpPr>
        <p:spPr>
          <a:xfrm>
            <a:off x="360002" y="972000"/>
            <a:ext cx="8424000" cy="3780000"/>
          </a:xfr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>
              <a:defRPr lang="de-DE"/>
            </a:lvl1pPr>
          </a:lstStyle>
          <a:p>
            <a:pPr lvl="0"/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045328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784309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927813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8" name="Bildplatzhalter 2">
            <a:extLst>
              <a:ext uri="{FF2B5EF4-FFF2-40B4-BE49-F238E27FC236}">
                <a16:creationId xmlns:a16="http://schemas.microsoft.com/office/drawing/2014/main" id="{68002865-4DF0-4DF0-9A0B-10DDC8EA3C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5" y="972000"/>
            <a:ext cx="4122737" cy="3780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500132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two Pictures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4" y="972000"/>
            <a:ext cx="4122737" cy="1800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60004" y="2952000"/>
            <a:ext cx="4122737" cy="1800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218758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60003" y="2952000"/>
            <a:ext cx="4122737" cy="1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8" name="Bildplatzhalter 1">
            <a:extLst>
              <a:ext uri="{FF2B5EF4-FFF2-40B4-BE49-F238E27FC236}">
                <a16:creationId xmlns:a16="http://schemas.microsoft.com/office/drawing/2014/main" id="{4244940D-BCF9-4854-A262-67E8EFBBB0C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4" y="972000"/>
            <a:ext cx="4122737" cy="1800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688563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two Pictures I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3" y="972000"/>
            <a:ext cx="1980000" cy="3780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02741" y="972000"/>
            <a:ext cx="1980000" cy="3780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346575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four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3" y="972000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02741" y="972000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4" name="Bildplatzhalter 3">
            <a:extLst>
              <a:ext uri="{FF2B5EF4-FFF2-40B4-BE49-F238E27FC236}">
                <a16:creationId xmlns:a16="http://schemas.microsoft.com/office/drawing/2014/main" id="{76A22173-963E-47DA-BA5E-830D62C65C4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0004" y="2952556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B6940BFB-5824-458B-B1F2-E9406433E6B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502741" y="2952556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211660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8E6E9FE-CE6E-4809-89BC-5C2FBA8FD1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60004" y="2952000"/>
            <a:ext cx="4122737" cy="1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3" y="972000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02741" y="972000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584450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I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60002" y="972000"/>
            <a:ext cx="2674746" cy="37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4" name="Bildplatzhalter 2">
            <a:extLst>
              <a:ext uri="{FF2B5EF4-FFF2-40B4-BE49-F238E27FC236}">
                <a16:creationId xmlns:a16="http://schemas.microsoft.com/office/drawing/2014/main" id="{E45A8B0F-33B4-90CA-586B-BA540BF562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6660" y="972000"/>
            <a:ext cx="5517341" cy="3780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659346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 hasCustomPrompt="1"/>
          </p:nvPr>
        </p:nvSpPr>
        <p:spPr>
          <a:xfrm>
            <a:off x="360002" y="4032000"/>
            <a:ext cx="8424000" cy="720000"/>
          </a:xfrm>
        </p:spPr>
        <p:txBody>
          <a:bodyPr/>
          <a:lstStyle>
            <a:lvl2pPr marL="0" indent="0">
              <a:buNone/>
              <a:defRPr/>
            </a:lvl2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8" name="Bildplatzhalter 2">
            <a:extLst>
              <a:ext uri="{FF2B5EF4-FFF2-40B4-BE49-F238E27FC236}">
                <a16:creationId xmlns:a16="http://schemas.microsoft.com/office/drawing/2014/main" id="{68002865-4DF0-4DF0-9A0B-10DDC8EA3C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2" y="972000"/>
            <a:ext cx="8424000" cy="2879111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43574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gaz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/>
        </p:nvSpPr>
        <p:spPr>
          <a:xfrm>
            <a:off x="340818" y="4707947"/>
            <a:ext cx="4610366" cy="36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9991" tIns="89991" rIns="89991" bIns="8999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lnSpc>
                <a:spcPts val="1699"/>
              </a:lnSpc>
              <a:spcBef>
                <a:spcPts val="840"/>
              </a:spcBef>
              <a:spcAft>
                <a:spcPct val="0"/>
              </a:spcAft>
            </a:pPr>
            <a:endParaRPr lang="de-DE" sz="1200" dirty="0">
              <a:solidFill>
                <a:srgbClr val="000000"/>
              </a:solidFill>
              <a:cs typeface="Tahoma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2" y="143999"/>
            <a:ext cx="3060000" cy="79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929391" y="4871601"/>
            <a:ext cx="2484000" cy="108000"/>
          </a:xfrm>
        </p:spPr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 bwMode="gray">
          <a:xfrm>
            <a:off x="360003" y="972000"/>
            <a:ext cx="3060000" cy="37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7" name="Bildplatzhalter 2"/>
          <p:cNvSpPr>
            <a:spLocks noGrp="1"/>
          </p:cNvSpPr>
          <p:nvPr>
            <p:ph type="pic" sz="quarter" idx="12"/>
          </p:nvPr>
        </p:nvSpPr>
        <p:spPr>
          <a:xfrm>
            <a:off x="3564000" y="0"/>
            <a:ext cx="5580000" cy="51435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>
                <a:solidFill>
                  <a:srgbClr val="FFFFFF"/>
                </a:solidFill>
              </a:rPr>
              <a:pPr>
                <a:lnSpc>
                  <a:spcPts val="800"/>
                </a:lnSpc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7912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gazine (blue)">
    <p:bg>
      <p:bgPr>
        <a:solidFill>
          <a:srgbClr val="0026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>
            <a:extLst>
              <a:ext uri="{FF2B5EF4-FFF2-40B4-BE49-F238E27FC236}">
                <a16:creationId xmlns:a16="http://schemas.microsoft.com/office/drawing/2014/main" id="{186F5D01-180D-E760-A47A-88A7ECBE19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64000" y="0"/>
            <a:ext cx="5580000" cy="51435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5"/>
            <a:ext cx="3060000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60002" y="972000"/>
            <a:ext cx="3060000" cy="37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29391" y="4871601"/>
            <a:ext cx="2484000" cy="10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Textfeld 14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6E553B8C-1A4B-36BA-3482-8CAB42A7FF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" b="33"/>
          <a:stretch/>
        </p:blipFill>
        <p:spPr>
          <a:xfrm>
            <a:off x="360002" y="4796188"/>
            <a:ext cx="209204" cy="209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4420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2" name="Textplatzhalter 13">
            <a:extLst>
              <a:ext uri="{FF2B5EF4-FFF2-40B4-BE49-F238E27FC236}">
                <a16:creationId xmlns:a16="http://schemas.microsoft.com/office/drawing/2014/main" id="{FD43FEB3-666E-7E1F-5B2C-65CFA8FF88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1" y="3867424"/>
            <a:ext cx="4104051" cy="864000"/>
          </a:xfrm>
        </p:spPr>
        <p:txBody>
          <a:bodyPr wrap="none" lIns="0" tIns="0" rIns="0" bIns="0" anchor="ctr" anchorCtr="0">
            <a:noAutofit/>
          </a:bodyPr>
          <a:lstStyle>
            <a:lvl1pPr>
              <a:defRPr lang="de-DE" sz="1400" b="0" kern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Name, Position</a:t>
            </a:r>
          </a:p>
        </p:txBody>
      </p:sp>
      <p:sp>
        <p:nvSpPr>
          <p:cNvPr id="5" name="Textplatzhalter 12">
            <a:extLst>
              <a:ext uri="{FF2B5EF4-FFF2-40B4-BE49-F238E27FC236}">
                <a16:creationId xmlns:a16="http://schemas.microsoft.com/office/drawing/2014/main" id="{C2AD7D0A-49BD-8878-4C0C-B38FBB72CB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75" y="987425"/>
            <a:ext cx="7200000" cy="270000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4000" b="1" kern="1200" dirty="0">
                <a:solidFill>
                  <a:schemeClr val="accent5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„Insert a </a:t>
            </a:r>
            <a:r>
              <a:rPr lang="de-DE" dirty="0" err="1"/>
              <a:t>quote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nice </a:t>
            </a:r>
            <a:r>
              <a:rPr lang="de-DE" dirty="0" err="1"/>
              <a:t>place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go</a:t>
            </a:r>
            <a:r>
              <a:rPr lang="de-DE" dirty="0"/>
              <a:t>!“</a:t>
            </a:r>
          </a:p>
        </p:txBody>
      </p:sp>
    </p:spTree>
    <p:extLst>
      <p:ext uri="{BB962C8B-B14F-4D97-AF65-F5344CB8AC3E}">
        <p14:creationId xmlns:p14="http://schemas.microsoft.com/office/powerpoint/2010/main" val="84822010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4" name="Textfeld 13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073FC9BD-7338-0E63-59CA-40B27CEA74EE}"/>
              </a:ext>
            </a:extLst>
          </p:cNvPr>
          <p:cNvGrpSpPr/>
          <p:nvPr userDrawn="1"/>
        </p:nvGrpSpPr>
        <p:grpSpPr>
          <a:xfrm>
            <a:off x="360002" y="4796188"/>
            <a:ext cx="8147030" cy="209068"/>
            <a:chOff x="360002" y="4796188"/>
            <a:chExt cx="8147030" cy="209068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64F8E7A1-BCD3-532D-DAAF-16C84BE887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" b="33"/>
            <a:stretch/>
          </p:blipFill>
          <p:spPr>
            <a:xfrm>
              <a:off x="360002" y="4796188"/>
              <a:ext cx="209204" cy="209068"/>
            </a:xfrm>
            <a:prstGeom prst="rect">
              <a:avLst/>
            </a:prstGeom>
          </p:spPr>
        </p:pic>
        <p:sp>
          <p:nvSpPr>
            <p:cNvPr id="6" name="Text Box 10">
              <a:extLst>
                <a:ext uri="{FF2B5EF4-FFF2-40B4-BE49-F238E27FC236}">
                  <a16:creationId xmlns:a16="http://schemas.microsoft.com/office/drawing/2014/main" id="{6F36FB3F-0833-0E50-B73A-B1AC72FCF693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71601"/>
              <a:ext cx="900000" cy="108000"/>
            </a:xfrm>
            <a:prstGeom prst="rect">
              <a:avLst/>
            </a:prstGeom>
          </p:spPr>
          <p:txBody>
            <a:bodyPr vert="horz" lIns="0" tIns="0" rIns="0" bIns="0" rtlCol="0" anchor="ctr"/>
            <a:lstStyle>
              <a:defPPr>
                <a:defRPr lang="de-DE"/>
              </a:defPPr>
              <a:lvl1pPr>
                <a:defRPr sz="600"/>
              </a:lvl1pPr>
            </a:lstStyle>
            <a:p>
              <a:pPr lvl="0" algn="r"/>
              <a:r>
                <a:rPr lang="de-DE" dirty="0">
                  <a:solidFill>
                    <a:schemeClr val="bg1"/>
                  </a:solidFill>
                </a:rPr>
                <a:t>© ZF Friedrichshafen AG</a:t>
              </a:r>
            </a:p>
          </p:txBody>
        </p:sp>
      </p:grpSp>
      <p:sp>
        <p:nvSpPr>
          <p:cNvPr id="7" name="Textplatzhalter 13">
            <a:extLst>
              <a:ext uri="{FF2B5EF4-FFF2-40B4-BE49-F238E27FC236}">
                <a16:creationId xmlns:a16="http://schemas.microsoft.com/office/drawing/2014/main" id="{A4BD2A3A-FD6A-F860-D5AB-D4BB89A3B2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1" y="3867424"/>
            <a:ext cx="4104051" cy="864000"/>
          </a:xfrm>
        </p:spPr>
        <p:txBody>
          <a:bodyPr wrap="none" lIns="0" tIns="0" rIns="0" bIns="0" anchor="ctr" anchorCtr="0">
            <a:noAutofit/>
          </a:bodyPr>
          <a:lstStyle>
            <a:lvl1pPr>
              <a:defRPr lang="de-DE" sz="1400" b="0" kern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Name , Position</a:t>
            </a:r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FC1D538F-E186-22F5-0077-8D8F147541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75" y="987425"/>
            <a:ext cx="7200000" cy="270000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4000" b="1" kern="1200" dirty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„Insert a quote here. Lorem ipsum is a nice place to go!”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7965860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(bright Pictur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E2C458AD-83CE-32B0-933B-3D74A895478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9144000" cy="5143500"/>
          </a:xfrm>
          <a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de-DE" dirty="0"/>
              <a:t>Insert picture by clicking on the symbol (in the middle, you might need to move the quote text first to get there)…</a:t>
            </a:r>
          </a:p>
        </p:txBody>
      </p:sp>
      <p:sp>
        <p:nvSpPr>
          <p:cNvPr id="14" name="Textfeld 13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sp>
        <p:nvSpPr>
          <p:cNvPr id="7" name="Textplatzhalter 13">
            <a:extLst>
              <a:ext uri="{FF2B5EF4-FFF2-40B4-BE49-F238E27FC236}">
                <a16:creationId xmlns:a16="http://schemas.microsoft.com/office/drawing/2014/main" id="{A4BD2A3A-FD6A-F860-D5AB-D4BB89A3B2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1" y="3867424"/>
            <a:ext cx="4104051" cy="864000"/>
          </a:xfrm>
        </p:spPr>
        <p:txBody>
          <a:bodyPr wrap="none" lIns="0" tIns="0" rIns="0" bIns="0" anchor="ctr" anchorCtr="0">
            <a:noAutofit/>
          </a:bodyPr>
          <a:lstStyle>
            <a:lvl1pPr>
              <a:defRPr lang="de-DE" sz="1400" b="0" kern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Name , Position</a:t>
            </a:r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FC1D538F-E186-22F5-0077-8D8F147541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75" y="987425"/>
            <a:ext cx="7200000" cy="270000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4000" b="1" kern="1200" dirty="0">
                <a:solidFill>
                  <a:schemeClr val="accent5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„Insert a quote here. Change the picture by moving the quote and click on the picture icon…”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93415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(dark Pictur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E2C458AD-83CE-32B0-933B-3D74A895478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9144000" cy="5143500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Insert picture by clicking on the symbol (in the middle, you might need to move the quote text first to get there)…</a:t>
            </a:r>
          </a:p>
        </p:txBody>
      </p:sp>
      <p:sp>
        <p:nvSpPr>
          <p:cNvPr id="14" name="Textfeld 13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sp>
        <p:nvSpPr>
          <p:cNvPr id="7" name="Textplatzhalter 13">
            <a:extLst>
              <a:ext uri="{FF2B5EF4-FFF2-40B4-BE49-F238E27FC236}">
                <a16:creationId xmlns:a16="http://schemas.microsoft.com/office/drawing/2014/main" id="{A4BD2A3A-FD6A-F860-D5AB-D4BB89A3B2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1" y="3867424"/>
            <a:ext cx="4104051" cy="864000"/>
          </a:xfrm>
        </p:spPr>
        <p:txBody>
          <a:bodyPr wrap="none" lIns="0" tIns="0" rIns="0" bIns="0" anchor="ctr" anchorCtr="0">
            <a:noAutofit/>
          </a:bodyPr>
          <a:lstStyle>
            <a:lvl1pPr>
              <a:defRPr lang="de-DE" sz="1400" b="0" kern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Name , Position</a:t>
            </a:r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FC1D538F-E186-22F5-0077-8D8F147541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75" y="987425"/>
            <a:ext cx="7200000" cy="270000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4000" b="1" kern="1200" dirty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„Insert a quote here. Change the picture by moving the quote and click on the picture icon…”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405589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Highlight Slide: 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60002" y="972000"/>
            <a:ext cx="8424000" cy="37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Textfeld 14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930CF375-D2D8-7049-8838-653CE776D9A4}"/>
              </a:ext>
            </a:extLst>
          </p:cNvPr>
          <p:cNvGrpSpPr/>
          <p:nvPr userDrawn="1"/>
        </p:nvGrpSpPr>
        <p:grpSpPr>
          <a:xfrm>
            <a:off x="360002" y="4796188"/>
            <a:ext cx="8147030" cy="209068"/>
            <a:chOff x="360002" y="4796188"/>
            <a:chExt cx="8147030" cy="209068"/>
          </a:xfrm>
        </p:grpSpPr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6E553B8C-1A4B-36BA-3482-8CAB42A7FFB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" b="33"/>
            <a:stretch/>
          </p:blipFill>
          <p:spPr>
            <a:xfrm>
              <a:off x="360002" y="4796188"/>
              <a:ext cx="209204" cy="209068"/>
            </a:xfrm>
            <a:prstGeom prst="rect">
              <a:avLst/>
            </a:prstGeom>
          </p:spPr>
        </p:pic>
        <p:sp>
          <p:nvSpPr>
            <p:cNvPr id="4" name="Text Box 10">
              <a:extLst>
                <a:ext uri="{FF2B5EF4-FFF2-40B4-BE49-F238E27FC236}">
                  <a16:creationId xmlns:a16="http://schemas.microsoft.com/office/drawing/2014/main" id="{73FAFDC2-E0C2-6848-E936-8DC21CE5E3FE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71601"/>
              <a:ext cx="900000" cy="108000"/>
            </a:xfrm>
            <a:prstGeom prst="rect">
              <a:avLst/>
            </a:prstGeom>
          </p:spPr>
          <p:txBody>
            <a:bodyPr vert="horz" lIns="0" tIns="0" rIns="0" bIns="0" rtlCol="0" anchor="ctr"/>
            <a:lstStyle>
              <a:defPPr>
                <a:defRPr lang="de-DE"/>
              </a:defPPr>
              <a:lvl1pPr>
                <a:defRPr sz="600"/>
              </a:lvl1pPr>
            </a:lstStyle>
            <a:p>
              <a:pPr lvl="0" algn="r"/>
              <a:r>
                <a:rPr lang="de-DE" dirty="0">
                  <a:solidFill>
                    <a:schemeClr val="bg1"/>
                  </a:solidFill>
                </a:rPr>
                <a:t>© ZF Friedrichshafen AG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62626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Highlight Slide: 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Textfeld 14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F9248D9E-1B90-BC6D-A0B7-902F5377D954}"/>
              </a:ext>
            </a:extLst>
          </p:cNvPr>
          <p:cNvGrpSpPr/>
          <p:nvPr userDrawn="1"/>
        </p:nvGrpSpPr>
        <p:grpSpPr>
          <a:xfrm>
            <a:off x="360002" y="4796188"/>
            <a:ext cx="8147030" cy="209068"/>
            <a:chOff x="360002" y="4796188"/>
            <a:chExt cx="8147030" cy="209068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A166C5BF-00FA-DD53-8868-536F948D0F1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" b="33"/>
            <a:stretch/>
          </p:blipFill>
          <p:spPr>
            <a:xfrm>
              <a:off x="360002" y="4796188"/>
              <a:ext cx="209204" cy="209068"/>
            </a:xfrm>
            <a:prstGeom prst="rect">
              <a:avLst/>
            </a:prstGeom>
          </p:spPr>
        </p:pic>
        <p:sp>
          <p:nvSpPr>
            <p:cNvPr id="7" name="Text Box 10">
              <a:extLst>
                <a:ext uri="{FF2B5EF4-FFF2-40B4-BE49-F238E27FC236}">
                  <a16:creationId xmlns:a16="http://schemas.microsoft.com/office/drawing/2014/main" id="{ACB40CC4-1CC3-7CD8-CAA5-9BAAF4D6756A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71601"/>
              <a:ext cx="900000" cy="108000"/>
            </a:xfrm>
            <a:prstGeom prst="rect">
              <a:avLst/>
            </a:prstGeom>
          </p:spPr>
          <p:txBody>
            <a:bodyPr vert="horz" lIns="0" tIns="0" rIns="0" bIns="0" rtlCol="0" anchor="ctr"/>
            <a:lstStyle>
              <a:defPPr>
                <a:defRPr lang="de-DE"/>
              </a:defPPr>
              <a:lvl1pPr>
                <a:defRPr sz="600"/>
              </a:lvl1pPr>
            </a:lstStyle>
            <a:p>
              <a:pPr lvl="0" algn="r"/>
              <a:r>
                <a:rPr lang="de-DE" dirty="0">
                  <a:solidFill>
                    <a:schemeClr val="bg1"/>
                  </a:solidFill>
                </a:rPr>
                <a:t>© ZF Friedrichshafen AG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83610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Highlight Slide: 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4" name="Textfeld 13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073FC9BD-7338-0E63-59CA-40B27CEA74EE}"/>
              </a:ext>
            </a:extLst>
          </p:cNvPr>
          <p:cNvGrpSpPr/>
          <p:nvPr userDrawn="1"/>
        </p:nvGrpSpPr>
        <p:grpSpPr>
          <a:xfrm>
            <a:off x="360002" y="4796188"/>
            <a:ext cx="8147030" cy="209068"/>
            <a:chOff x="360002" y="4796188"/>
            <a:chExt cx="8147030" cy="209068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64F8E7A1-BCD3-532D-DAAF-16C84BE887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" b="33"/>
            <a:stretch/>
          </p:blipFill>
          <p:spPr>
            <a:xfrm>
              <a:off x="360002" y="4796188"/>
              <a:ext cx="209204" cy="209068"/>
            </a:xfrm>
            <a:prstGeom prst="rect">
              <a:avLst/>
            </a:prstGeom>
          </p:spPr>
        </p:pic>
        <p:sp>
          <p:nvSpPr>
            <p:cNvPr id="6" name="Text Box 10">
              <a:extLst>
                <a:ext uri="{FF2B5EF4-FFF2-40B4-BE49-F238E27FC236}">
                  <a16:creationId xmlns:a16="http://schemas.microsoft.com/office/drawing/2014/main" id="{6F36FB3F-0833-0E50-B73A-B1AC72FCF693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71601"/>
              <a:ext cx="900000" cy="108000"/>
            </a:xfrm>
            <a:prstGeom prst="rect">
              <a:avLst/>
            </a:prstGeom>
          </p:spPr>
          <p:txBody>
            <a:bodyPr vert="horz" lIns="0" tIns="0" rIns="0" bIns="0" rtlCol="0" anchor="ctr"/>
            <a:lstStyle>
              <a:defPPr>
                <a:defRPr lang="de-DE"/>
              </a:defPPr>
              <a:lvl1pPr>
                <a:defRPr sz="600"/>
              </a:lvl1pPr>
            </a:lstStyle>
            <a:p>
              <a:pPr lvl="0" algn="r"/>
              <a:r>
                <a:rPr lang="de-DE" dirty="0">
                  <a:solidFill>
                    <a:schemeClr val="bg1"/>
                  </a:solidFill>
                </a:rPr>
                <a:t>© ZF Friedrichshafen AG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1299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60364" y="143955"/>
            <a:ext cx="8424001" cy="79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60002" y="972000"/>
            <a:ext cx="8424000" cy="37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29391" y="4871601"/>
            <a:ext cx="522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04001" y="4871601"/>
            <a:ext cx="18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1">
                <a:solidFill>
                  <a:schemeClr val="accent5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Text Box 10"/>
          <p:cNvSpPr txBox="1">
            <a:spLocks noChangeArrowheads="1"/>
          </p:cNvSpPr>
          <p:nvPr userDrawn="1"/>
        </p:nvSpPr>
        <p:spPr bwMode="black">
          <a:xfrm>
            <a:off x="7607032" y="4871601"/>
            <a:ext cx="90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 algn="r"/>
            <a:r>
              <a:rPr lang="de-DE" dirty="0"/>
              <a:t>© ZF Friedrichshafen AG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715D946-1597-B199-E6D8-8C91CD72428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rcRect l="24395" t="24411" r="24395" b="24411"/>
          <a:stretch/>
        </p:blipFill>
        <p:spPr>
          <a:xfrm>
            <a:off x="360003" y="4796189"/>
            <a:ext cx="209204" cy="20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026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11" r:id="rId2"/>
    <p:sldLayoutId id="2147483719" r:id="rId3"/>
    <p:sldLayoutId id="2147483714" r:id="rId4"/>
    <p:sldLayoutId id="2147483720" r:id="rId5"/>
    <p:sldLayoutId id="2147483721" r:id="rId6"/>
    <p:sldLayoutId id="2147483715" r:id="rId7"/>
    <p:sldLayoutId id="2147483650" r:id="rId8"/>
    <p:sldLayoutId id="2147483722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54" r:id="rId17"/>
    <p:sldLayoutId id="2147483655" r:id="rId18"/>
    <p:sldLayoutId id="2147483693" r:id="rId19"/>
    <p:sldLayoutId id="2147483694" r:id="rId20"/>
    <p:sldLayoutId id="2147483695" r:id="rId21"/>
    <p:sldLayoutId id="2147483696" r:id="rId22"/>
    <p:sldLayoutId id="2147483698" r:id="rId23"/>
    <p:sldLayoutId id="2147483699" r:id="rId24"/>
    <p:sldLayoutId id="2147483718" r:id="rId25"/>
    <p:sldLayoutId id="2147483700" r:id="rId26"/>
    <p:sldLayoutId id="2147483724" r:id="rId27"/>
    <p:sldLayoutId id="2147483725" r:id="rId28"/>
    <p:sldLayoutId id="2147483726" r:id="rId29"/>
    <p:sldLayoutId id="2147483727" r:id="rId30"/>
    <p:sldLayoutId id="2147483728" r:id="rId31"/>
    <p:sldLayoutId id="2147483729" r:id="rId32"/>
    <p:sldLayoutId id="2147483688" r:id="rId33"/>
    <p:sldLayoutId id="2147483689" r:id="rId34"/>
    <p:sldLayoutId id="2147483690" r:id="rId35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300"/>
        </a:spcAft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spcBef>
          <a:spcPts val="0"/>
        </a:spcBef>
        <a:spcAft>
          <a:spcPts val="300"/>
        </a:spcAft>
        <a:buClr>
          <a:schemeClr val="accent5"/>
        </a:buClr>
        <a:buFont typeface="Tahoma" panose="020B060403050404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spcBef>
          <a:spcPts val="0"/>
        </a:spcBef>
        <a:spcAft>
          <a:spcPts val="300"/>
        </a:spcAft>
        <a:buClr>
          <a:schemeClr val="accent5"/>
        </a:buClr>
        <a:buFont typeface="Tahoma" panose="020B060403050404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spcBef>
          <a:spcPts val="0"/>
        </a:spcBef>
        <a:spcAft>
          <a:spcPts val="300"/>
        </a:spcAft>
        <a:buClr>
          <a:schemeClr val="accent5"/>
        </a:buClr>
        <a:buFont typeface="Tahoma" panose="020B060403050404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spcBef>
          <a:spcPts val="0"/>
        </a:spcBef>
        <a:spcAft>
          <a:spcPts val="300"/>
        </a:spcAft>
        <a:buClr>
          <a:schemeClr val="accent5"/>
        </a:buClr>
        <a:buFont typeface="Tahoma" panose="020B060403050404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None/>
        <a:defRPr sz="1200" b="1" kern="1200">
          <a:solidFill>
            <a:schemeClr val="tx1"/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EA2B5B-D8AB-5E98-54C2-C0E90A8D3A86}"/>
              </a:ext>
            </a:extLst>
          </p:cNvPr>
          <p:cNvSpPr/>
          <p:nvPr/>
        </p:nvSpPr>
        <p:spPr>
          <a:xfrm>
            <a:off x="0" y="4788594"/>
            <a:ext cx="9144000" cy="354906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5F9465-2E65-52D4-3DB0-21A6EA8A8FDD}"/>
              </a:ext>
            </a:extLst>
          </p:cNvPr>
          <p:cNvSpPr/>
          <p:nvPr/>
        </p:nvSpPr>
        <p:spPr>
          <a:xfrm>
            <a:off x="0" y="0"/>
            <a:ext cx="9144000" cy="45719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8E9F13-C99D-41C8-4AD2-5F9562B869E0}"/>
              </a:ext>
            </a:extLst>
          </p:cNvPr>
          <p:cNvSpPr/>
          <p:nvPr/>
        </p:nvSpPr>
        <p:spPr>
          <a:xfrm>
            <a:off x="300147" y="138122"/>
            <a:ext cx="845135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4800" b="1" cap="none" spc="0" dirty="0">
                <a:ln/>
                <a:solidFill>
                  <a:schemeClr val="tx2">
                    <a:lumMod val="75000"/>
                  </a:schemeClr>
                </a:solidFill>
                <a:effectLst/>
              </a:rPr>
              <a:t>Neural Code : Horizon Test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C75CA8-04C3-1E17-8F7C-66CA2681780C}"/>
              </a:ext>
            </a:extLst>
          </p:cNvPr>
          <p:cNvSpPr txBox="1"/>
          <p:nvPr/>
        </p:nvSpPr>
        <p:spPr>
          <a:xfrm>
            <a:off x="41564" y="4911647"/>
            <a:ext cx="22813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Unified Programming Interface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C75087-413F-A0DE-6B60-2CB2EC04A3BD}"/>
              </a:ext>
            </a:extLst>
          </p:cNvPr>
          <p:cNvSpPr txBox="1"/>
          <p:nvPr/>
        </p:nvSpPr>
        <p:spPr>
          <a:xfrm>
            <a:off x="6821054" y="4911647"/>
            <a:ext cx="22813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PASS Science Works, Chennai, India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0626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26F39-6B93-3416-F0F7-7CF97D7EA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6DD5D5-5B3A-72F8-7A6D-DBACD497113F}"/>
              </a:ext>
            </a:extLst>
          </p:cNvPr>
          <p:cNvSpPr/>
          <p:nvPr/>
        </p:nvSpPr>
        <p:spPr>
          <a:xfrm>
            <a:off x="0" y="4788594"/>
            <a:ext cx="9144000" cy="354906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2436B9-3707-9364-A136-66D54BCCE35E}"/>
              </a:ext>
            </a:extLst>
          </p:cNvPr>
          <p:cNvSpPr/>
          <p:nvPr/>
        </p:nvSpPr>
        <p:spPr>
          <a:xfrm>
            <a:off x="0" y="0"/>
            <a:ext cx="9144000" cy="45719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20C4A2-AB0D-C3FA-E2BC-4E9E987B99CF}"/>
              </a:ext>
            </a:extLst>
          </p:cNvPr>
          <p:cNvSpPr txBox="1"/>
          <p:nvPr/>
        </p:nvSpPr>
        <p:spPr>
          <a:xfrm>
            <a:off x="41564" y="4911647"/>
            <a:ext cx="22813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Unified Programming Interface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2A120D-9A40-F597-43B5-8A2C5C05CA66}"/>
              </a:ext>
            </a:extLst>
          </p:cNvPr>
          <p:cNvSpPr txBox="1"/>
          <p:nvPr/>
        </p:nvSpPr>
        <p:spPr>
          <a:xfrm>
            <a:off x="6821054" y="4911647"/>
            <a:ext cx="22813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PASS Science Works, Chennai, India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EADAB5-8CAD-5E27-67FF-433DDF135322}"/>
              </a:ext>
            </a:extLst>
          </p:cNvPr>
          <p:cNvSpPr txBox="1"/>
          <p:nvPr/>
        </p:nvSpPr>
        <p:spPr>
          <a:xfrm>
            <a:off x="429905" y="608103"/>
            <a:ext cx="3687170" cy="40626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1200" kern="0" dirty="0">
                <a:solidFill>
                  <a:schemeClr val="bg2">
                    <a:lumMod val="75000"/>
                  </a:schemeClr>
                </a:solidFill>
              </a:rPr>
              <a:t>Basic Primitives</a:t>
            </a: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</a:endParaRP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1200" kern="0" dirty="0">
                <a:solidFill>
                  <a:schemeClr val="bg2">
                    <a:lumMod val="75000"/>
                  </a:schemeClr>
                </a:solidFill>
              </a:rPr>
              <a:t>Data Conversion (DC) Operators</a:t>
            </a: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sz="1200" kern="0" dirty="0">
              <a:solidFill>
                <a:schemeClr val="bg2">
                  <a:lumMod val="75000"/>
                </a:schemeClr>
              </a:solidFill>
            </a:endParaRP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1200" kern="0" dirty="0">
                <a:solidFill>
                  <a:schemeClr val="bg2">
                    <a:lumMod val="75000"/>
                  </a:schemeClr>
                </a:solidFill>
              </a:rPr>
              <a:t>Binary Operators</a:t>
            </a: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sz="1200" kern="0" dirty="0">
              <a:solidFill>
                <a:schemeClr val="bg2">
                  <a:lumMod val="75000"/>
                </a:schemeClr>
              </a:solidFill>
            </a:endParaRP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1200" kern="0" dirty="0">
                <a:solidFill>
                  <a:schemeClr val="bg2">
                    <a:lumMod val="75000"/>
                  </a:schemeClr>
                </a:solidFill>
              </a:rPr>
              <a:t>Logical Operators</a:t>
            </a: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sz="1200" kern="0" dirty="0">
              <a:solidFill>
                <a:srgbClr val="000000"/>
              </a:solidFill>
            </a:endParaRP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1200" kern="0" dirty="0">
                <a:solidFill>
                  <a:schemeClr val="bg1">
                    <a:lumMod val="50000"/>
                  </a:schemeClr>
                </a:solidFill>
              </a:rPr>
              <a:t>Loops </a:t>
            </a: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sz="1200" kern="0" dirty="0">
              <a:solidFill>
                <a:schemeClr val="bg1">
                  <a:lumMod val="50000"/>
                </a:schemeClr>
              </a:solidFill>
            </a:endParaRP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1200" kern="0" dirty="0">
                <a:solidFill>
                  <a:schemeClr val="bg1">
                    <a:lumMod val="50000"/>
                  </a:schemeClr>
                </a:solidFill>
              </a:rPr>
              <a:t>Functions</a:t>
            </a: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sz="1200" kern="0" dirty="0">
              <a:solidFill>
                <a:schemeClr val="bg1">
                  <a:lumMod val="50000"/>
                </a:schemeClr>
              </a:solidFill>
            </a:endParaRP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1200" kern="0" dirty="0">
                <a:solidFill>
                  <a:schemeClr val="bg1">
                    <a:lumMod val="50000"/>
                  </a:schemeClr>
                </a:solidFill>
              </a:rPr>
              <a:t>Classes </a:t>
            </a: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</a:rPr>
              <a:t>Primitive</a:t>
            </a:r>
            <a:r>
              <a:rPr lang="en-US" sz="1200" kern="0" dirty="0">
                <a:solidFill>
                  <a:schemeClr val="accent6">
                    <a:lumMod val="50000"/>
                  </a:schemeClr>
                </a:solidFill>
              </a:rPr>
              <a:t>s in Primitives</a:t>
            </a: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</a:endParaRPr>
          </a:p>
          <a:p>
            <a:pPr marL="171450" indent="-171450" fontAlgn="base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200" kern="0" dirty="0">
                <a:solidFill>
                  <a:schemeClr val="accent6">
                    <a:lumMod val="50000"/>
                  </a:schemeClr>
                </a:solidFill>
              </a:rPr>
              <a:t>Primitives in Data Conversion Operators</a:t>
            </a:r>
          </a:p>
          <a:p>
            <a:pPr marL="171450" indent="-171450" fontAlgn="base"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</a:endParaRPr>
          </a:p>
          <a:p>
            <a:pPr marL="171450" indent="-171450" fontAlgn="base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200" kern="0" dirty="0">
                <a:solidFill>
                  <a:schemeClr val="accent6">
                    <a:lumMod val="50000"/>
                  </a:schemeClr>
                </a:solidFill>
              </a:rPr>
              <a:t>Primitives in Binary Operators</a:t>
            </a:r>
          </a:p>
          <a:p>
            <a:pPr marL="171450" indent="-171450" fontAlgn="base"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</a:endParaRPr>
          </a:p>
          <a:p>
            <a:pPr marL="171450" indent="-171450" fontAlgn="base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200" kern="0" dirty="0">
                <a:solidFill>
                  <a:schemeClr val="accent6">
                    <a:lumMod val="50000"/>
                  </a:schemeClr>
                </a:solidFill>
              </a:rPr>
              <a:t>Primitives in Logical Operators</a:t>
            </a:r>
          </a:p>
          <a:p>
            <a:pPr marL="171450" indent="-171450" fontAlgn="base"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2DC9C9-BEDF-9025-904E-FDA9192B1806}"/>
              </a:ext>
            </a:extLst>
          </p:cNvPr>
          <p:cNvSpPr txBox="1"/>
          <p:nvPr/>
        </p:nvSpPr>
        <p:spPr>
          <a:xfrm>
            <a:off x="254758" y="168771"/>
            <a:ext cx="734249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</a:rPr>
              <a:t>Contents: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832A11-6B07-B4DA-AF5C-2A60DD790A1E}"/>
              </a:ext>
            </a:extLst>
          </p:cNvPr>
          <p:cNvSpPr txBox="1"/>
          <p:nvPr/>
        </p:nvSpPr>
        <p:spPr>
          <a:xfrm>
            <a:off x="4635691" y="585856"/>
            <a:ext cx="3687170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fontAlgn="base"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171450" indent="-171450" fontAlgn="base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200" kern="0" dirty="0">
                <a:solidFill>
                  <a:srgbClr val="524E9C"/>
                </a:solidFill>
              </a:rPr>
              <a:t>Primitives in Loops, Function and class </a:t>
            </a:r>
          </a:p>
          <a:p>
            <a:pPr marL="171450" indent="-171450" fontAlgn="base"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sz="1200" kern="0" dirty="0">
              <a:solidFill>
                <a:srgbClr val="524E9C"/>
              </a:solidFill>
            </a:endParaRPr>
          </a:p>
          <a:p>
            <a:pPr marL="171450" indent="-171450" fontAlgn="base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200" kern="0" dirty="0">
                <a:solidFill>
                  <a:srgbClr val="524E9C"/>
                </a:solidFill>
              </a:rPr>
              <a:t>DC Operators in Loops, Function and class</a:t>
            </a:r>
          </a:p>
          <a:p>
            <a:pPr marL="171450" indent="-171450" fontAlgn="base"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sz="1200" kern="0" dirty="0">
              <a:solidFill>
                <a:srgbClr val="524E9C"/>
              </a:solidFill>
            </a:endParaRPr>
          </a:p>
          <a:p>
            <a:pPr marL="171450" indent="-171450" fontAlgn="base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200" kern="0" dirty="0">
                <a:solidFill>
                  <a:srgbClr val="524E9C"/>
                </a:solidFill>
              </a:rPr>
              <a:t>Binary Operators in Loops, Function and class</a:t>
            </a:r>
          </a:p>
          <a:p>
            <a:pPr marL="171450" indent="-171450" fontAlgn="base"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sz="1200" kern="0" dirty="0">
              <a:solidFill>
                <a:srgbClr val="524E9C"/>
              </a:solidFill>
            </a:endParaRPr>
          </a:p>
          <a:p>
            <a:pPr marL="171450" indent="-171450" fontAlgn="base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200" kern="0" dirty="0">
                <a:solidFill>
                  <a:srgbClr val="524E9C"/>
                </a:solidFill>
              </a:rPr>
              <a:t>Logical Operators in in Loops, Function and class</a:t>
            </a:r>
          </a:p>
          <a:p>
            <a:pPr marL="171450" indent="-171450" fontAlgn="base"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729318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heme/theme1.xml><?xml version="1.0" encoding="utf-8"?>
<a:theme xmlns:a="http://schemas.openxmlformats.org/drawingml/2006/main" name="ZF AG">
  <a:themeElements>
    <a:clrScheme name="Benutzerdefiniert 3">
      <a:dk1>
        <a:srgbClr val="000000"/>
      </a:dk1>
      <a:lt1>
        <a:srgbClr val="FFFFFF"/>
      </a:lt1>
      <a:dk2>
        <a:srgbClr val="00ABE7"/>
      </a:dk2>
      <a:lt2>
        <a:srgbClr val="ACBBC5"/>
      </a:lt2>
      <a:accent1>
        <a:srgbClr val="768E9F"/>
      </a:accent1>
      <a:accent2>
        <a:srgbClr val="93D5F6"/>
      </a:accent2>
      <a:accent3>
        <a:srgbClr val="CEEBFC"/>
      </a:accent3>
      <a:accent4>
        <a:srgbClr val="475968"/>
      </a:accent4>
      <a:accent5>
        <a:srgbClr val="0057B7"/>
      </a:accent5>
      <a:accent6>
        <a:srgbClr val="2EBEEF"/>
      </a:accent6>
      <a:hlink>
        <a:srgbClr val="0057B7"/>
      </a:hlink>
      <a:folHlink>
        <a:srgbClr val="768E9F"/>
      </a:folHlink>
    </a:clrScheme>
    <a:fontScheme name="© ZF Friedrichshafen AG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 w="12700" cap="flat" cmpd="sng" algn="ctr">
          <a:noFill/>
          <a:prstDash val="solid"/>
        </a:ln>
        <a:effectLst/>
      </a:spPr>
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eaLnBrk="1" fontAlgn="base" latinLnBrk="0" hangingPunct="1">
          <a:lnSpc>
            <a:spcPct val="100000"/>
          </a:lnSpc>
          <a:spcBef>
            <a:spcPts val="0"/>
          </a:spcBef>
          <a:spcAft>
            <a:spcPct val="0"/>
          </a:spcAft>
          <a:buClrTx/>
          <a:buSzTx/>
          <a:buFontTx/>
          <a:buNone/>
          <a:tabLst/>
          <a:defRPr kumimoji="0" sz="12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latin typeface="Tahoma"/>
            <a:ea typeface="+mn-ea"/>
            <a:cs typeface="Tahoma" pitchFamily="34" charset="0"/>
          </a:defRPr>
        </a:defPPr>
      </a:lstStyle>
    </a:spDef>
    <a:lnDef>
      <a:spPr>
        <a:noFill/>
        <a:ln w="6350" cap="rnd" cmpd="sng" algn="ctr">
          <a:solidFill>
            <a:schemeClr val="bg2"/>
          </a:solidFill>
          <a:prstDash val="solid"/>
          <a:round/>
        </a:ln>
        <a:effectLst/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marL="0" marR="0" indent="0" defTabSz="914400" eaLnBrk="1" fontAlgn="base" latinLnBrk="0" hangingPunct="1">
          <a:lnSpc>
            <a:spcPct val="100000"/>
          </a:lnSpc>
          <a:spcBef>
            <a:spcPts val="0"/>
          </a:spcBef>
          <a:spcAft>
            <a:spcPct val="0"/>
          </a:spcAft>
          <a:buClrTx/>
          <a:buSzTx/>
          <a:buFontTx/>
          <a:buNone/>
          <a:tabLst/>
          <a:defRPr kumimoji="0" sz="12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ZF Cyan 100%">
      <a:srgbClr val="00ABE7"/>
    </a:custClr>
    <a:custClr name="ZF Cyan 75%">
      <a:srgbClr val="2EBEEF"/>
    </a:custClr>
    <a:custClr name="ZF Cyan 50%">
      <a:srgbClr val="93D5F6"/>
    </a:custClr>
    <a:custClr name="ZF Cyan 25%">
      <a:srgbClr val="CEEBFC"/>
    </a:custClr>
    <a:custClr>
      <a:srgbClr val="FFFFFF"/>
    </a:custClr>
    <a:custClr name="ZF Blue / 1. Step color gradient">
      <a:srgbClr val="0057B7"/>
    </a:custClr>
    <a:custClr name="ZF Dark Blue / 2. Step color gradient">
      <a:srgbClr val="000828"/>
    </a:custClr>
    <a:custClr name="ZF Middle Blue">
      <a:srgbClr val="00265F"/>
    </a:custClr>
    <a:custClr>
      <a:srgbClr val="FFFFFF"/>
    </a:custClr>
    <a:custClr name="ZF Red">
      <a:srgbClr val="E52330"/>
    </a:custClr>
    <a:custClr name="ZF Black 100%">
      <a:srgbClr val="000000"/>
    </a:custClr>
    <a:custClr name="ZF Gray 800">
      <a:srgbClr val="475968"/>
    </a:custClr>
    <a:custClr name="ZF Gray 500">
      <a:srgbClr val="768E9F"/>
    </a:custClr>
    <a:custClr name="ZF Gray 300">
      <a:srgbClr val="ACBBC5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ZF Aqua 100% (Chart color)">
      <a:srgbClr val="00A7AB"/>
    </a:custClr>
    <a:custClr name="ZF Aqua 50% (Chart color)">
      <a:srgbClr val="A2D3D6"/>
    </a:custClr>
    <a:custClr name="ZF Purple 100% (Chart color)">
      <a:srgbClr val="524E9C"/>
    </a:custClr>
    <a:custClr name="ZF Purple 50% (Chart color)">
      <a:srgbClr val="A6A1D0"/>
    </a:custClr>
    <a:custClr name="ZF Orange 100% (Chart color)">
      <a:srgbClr val="F28A3D"/>
    </a:custClr>
    <a:custClr name="ZF Orange 50% (Chart color)">
      <a:srgbClr val="FAC89F"/>
    </a:custClr>
  </a:custClrLst>
  <a:extLst>
    <a:ext uri="{05A4C25C-085E-4340-85A3-A5531E510DB2}">
      <thm15:themeFamily xmlns:thm15="http://schemas.microsoft.com/office/thememl/2012/main" name="master_zf.potx" id="{0C20BA16-1FCA-489C-8054-EED9591F7A61}" vid="{2BC6EB19-77C4-4617-9BC8-50CED133014D}"/>
    </a:ext>
  </a:extLst>
</a:theme>
</file>

<file path=ppt/theme/theme2.xml><?xml version="1.0" encoding="utf-8"?>
<a:theme xmlns:a="http://schemas.openxmlformats.org/drawingml/2006/main" name="Larissa">
  <a:themeElements>
    <a:clrScheme name="© ZF Friedrichshafen AG">
      <a:dk1>
        <a:srgbClr val="000000"/>
      </a:dk1>
      <a:lt1>
        <a:srgbClr val="FFFFFF"/>
      </a:lt1>
      <a:dk2>
        <a:srgbClr val="00ABE7"/>
      </a:dk2>
      <a:lt2>
        <a:srgbClr val="BFBFBF"/>
      </a:lt2>
      <a:accent1>
        <a:srgbClr val="7FA5BC"/>
      </a:accent1>
      <a:accent2>
        <a:srgbClr val="7FD5F3"/>
      </a:accent2>
      <a:accent3>
        <a:srgbClr val="BFEAF9"/>
      </a:accent3>
      <a:accent4>
        <a:srgbClr val="004D7A"/>
      </a:accent4>
      <a:accent5>
        <a:srgbClr val="1179BF"/>
      </a:accent5>
      <a:accent6>
        <a:srgbClr val="81BCDF"/>
      </a:accent6>
      <a:hlink>
        <a:srgbClr val="00ABE7"/>
      </a:hlink>
      <a:folHlink>
        <a:srgbClr val="7FD5F3"/>
      </a:folHlink>
    </a:clrScheme>
    <a:fontScheme name="© ZF Friedrichshafen AG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© ZF Friedrichshafen AG">
      <a:dk1>
        <a:srgbClr val="000000"/>
      </a:dk1>
      <a:lt1>
        <a:srgbClr val="FFFFFF"/>
      </a:lt1>
      <a:dk2>
        <a:srgbClr val="00ABE7"/>
      </a:dk2>
      <a:lt2>
        <a:srgbClr val="BFBFBF"/>
      </a:lt2>
      <a:accent1>
        <a:srgbClr val="7FA5BC"/>
      </a:accent1>
      <a:accent2>
        <a:srgbClr val="7FD5F3"/>
      </a:accent2>
      <a:accent3>
        <a:srgbClr val="BFEAF9"/>
      </a:accent3>
      <a:accent4>
        <a:srgbClr val="004D7A"/>
      </a:accent4>
      <a:accent5>
        <a:srgbClr val="1179BF"/>
      </a:accent5>
      <a:accent6>
        <a:srgbClr val="81BCDF"/>
      </a:accent6>
      <a:hlink>
        <a:srgbClr val="00ABE7"/>
      </a:hlink>
      <a:folHlink>
        <a:srgbClr val="7FD5F3"/>
      </a:folHlink>
    </a:clrScheme>
    <a:fontScheme name="© ZF Friedrichshafen AG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0460AE39A82AD4795A3565F3DAE5EA8" ma:contentTypeVersion="16" ma:contentTypeDescription="Ein neues Dokument erstellen." ma:contentTypeScope="" ma:versionID="ec82a9993c9b8a2201503eb30937bf4a">
  <xsd:schema xmlns:xsd="http://www.w3.org/2001/XMLSchema" xmlns:xs="http://www.w3.org/2001/XMLSchema" xmlns:p="http://schemas.microsoft.com/office/2006/metadata/properties" xmlns:ns2="e05445a8-2551-4a63-879e-01155c2c761e" xmlns:ns3="01e95462-78a7-41d4-9a93-e8d8dde53743" targetNamespace="http://schemas.microsoft.com/office/2006/metadata/properties" ma:root="true" ma:fieldsID="0382105114aa7af2a0cdb49a7fd70252" ns2:_="" ns3:_="">
    <xsd:import namespace="e05445a8-2551-4a63-879e-01155c2c761e"/>
    <xsd:import namespace="01e95462-78a7-41d4-9a93-e8d8dde5374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5445a8-2551-4a63-879e-01155c2c76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61535f45-074a-4eaf-b5ce-0ad645dc027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e95462-78a7-41d4-9a93-e8d8dde53743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d77f661-fbf6-419b-8abd-9541f25a54a0}" ma:internalName="TaxCatchAll" ma:showField="CatchAllData" ma:web="01e95462-78a7-41d4-9a93-e8d8dde5374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BB5088A-3ACC-49D2-A58D-F09F6B8954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05445a8-2551-4a63-879e-01155c2c761e"/>
    <ds:schemaRef ds:uri="01e95462-78a7-41d4-9a93-e8d8dde5374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DA0BA8E-434D-48CF-8C42-C96ADE6F01B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92</Words>
  <Application>Microsoft Office PowerPoint</Application>
  <PresentationFormat>On-screen Show (16:9)</PresentationFormat>
  <Paragraphs>37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Tahoma</vt:lpstr>
      <vt:lpstr>Wingdings</vt:lpstr>
      <vt:lpstr>ZF AG</vt:lpstr>
      <vt:lpstr>PowerPoint Presentation</vt:lpstr>
      <vt:lpstr>PowerPoint Presentation</vt:lpstr>
    </vt:vector>
  </TitlesOfParts>
  <Company>ZF Commercial Vehicle Control Systems India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Sivaraj Sivaraman CNN TOD2</dc:creator>
  <cp:lastModifiedBy>Sivaraj Sivaraman CNN TOD2</cp:lastModifiedBy>
  <cp:revision>2</cp:revision>
  <cp:lastPrinted>2022-11-09T16:26:39Z</cp:lastPrinted>
  <dcterms:created xsi:type="dcterms:W3CDTF">2026-09-18T04:33:22Z</dcterms:created>
  <dcterms:modified xsi:type="dcterms:W3CDTF">2026-09-18T05:47:11Z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w_Agenda_1">
    <vt:lpwstr>Lorem ipsum dolor sit amet</vt:lpwstr>
  </property>
  <property fmtid="{D5CDD505-2E9C-101B-9397-08002B2CF9AE}" pid="3" name="tw_Agenda_2">
    <vt:lpwstr/>
  </property>
  <property fmtid="{D5CDD505-2E9C-101B-9397-08002B2CF9AE}" pid="4" name="tw_Agenda_3">
    <vt:lpwstr/>
  </property>
  <property fmtid="{D5CDD505-2E9C-101B-9397-08002B2CF9AE}" pid="5" name="tw_Agenda_4">
    <vt:lpwstr/>
  </property>
  <property fmtid="{D5CDD505-2E9C-101B-9397-08002B2CF9AE}" pid="6" name="tw_Agenda_5">
    <vt:lpwstr/>
  </property>
  <property fmtid="{D5CDD505-2E9C-101B-9397-08002B2CF9AE}" pid="7" name="tw_Agenda_6">
    <vt:lpwstr/>
  </property>
  <property fmtid="{D5CDD505-2E9C-101B-9397-08002B2CF9AE}" pid="8" name="tw_Agenda_7">
    <vt:lpwstr/>
  </property>
  <property fmtid="{D5CDD505-2E9C-101B-9397-08002B2CF9AE}" pid="9" name="tw_Agenda_8">
    <vt:lpwstr/>
  </property>
  <property fmtid="{D5CDD505-2E9C-101B-9397-08002B2CF9AE}" pid="10" name="tw_Agenda_9">
    <vt:lpwstr/>
  </property>
  <property fmtid="{D5CDD505-2E9C-101B-9397-08002B2CF9AE}" pid="11" name="tw_Agenda_10">
    <vt:lpwstr/>
  </property>
  <property fmtid="{D5CDD505-2E9C-101B-9397-08002B2CF9AE}" pid="12" name="tw_Agenda_11">
    <vt:lpwstr/>
  </property>
  <property fmtid="{D5CDD505-2E9C-101B-9397-08002B2CF9AE}" pid="13" name="tw_Agenda_12">
    <vt:lpwstr/>
  </property>
  <property fmtid="{D5CDD505-2E9C-101B-9397-08002B2CF9AE}" pid="14" name="MSIP_Label_7294a1c8-9899-41e7-8f6e-8b1b3c79592a_Enabled">
    <vt:lpwstr>true</vt:lpwstr>
  </property>
  <property fmtid="{D5CDD505-2E9C-101B-9397-08002B2CF9AE}" pid="15" name="MSIP_Label_7294a1c8-9899-41e7-8f6e-8b1b3c79592a_SetDate">
    <vt:lpwstr>2026-09-18T04:47:25Z</vt:lpwstr>
  </property>
  <property fmtid="{D5CDD505-2E9C-101B-9397-08002B2CF9AE}" pid="16" name="MSIP_Label_7294a1c8-9899-41e7-8f6e-8b1b3c79592a_Method">
    <vt:lpwstr>Privileged</vt:lpwstr>
  </property>
  <property fmtid="{D5CDD505-2E9C-101B-9397-08002B2CF9AE}" pid="17" name="MSIP_Label_7294a1c8-9899-41e7-8f6e-8b1b3c79592a_Name">
    <vt:lpwstr>Internal sub2 (no marking)</vt:lpwstr>
  </property>
  <property fmtid="{D5CDD505-2E9C-101B-9397-08002B2CF9AE}" pid="18" name="MSIP_Label_7294a1c8-9899-41e7-8f6e-8b1b3c79592a_SiteId">
    <vt:lpwstr>eb70b763-b6d7-4486-8555-8831709a784e</vt:lpwstr>
  </property>
  <property fmtid="{D5CDD505-2E9C-101B-9397-08002B2CF9AE}" pid="19" name="MSIP_Label_7294a1c8-9899-41e7-8f6e-8b1b3c79592a_ActionId">
    <vt:lpwstr>130c558c-e329-469d-8ea4-cd7250176269</vt:lpwstr>
  </property>
  <property fmtid="{D5CDD505-2E9C-101B-9397-08002B2CF9AE}" pid="20" name="MSIP_Label_7294a1c8-9899-41e7-8f6e-8b1b3c79592a_ContentBits">
    <vt:lpwstr>0</vt:lpwstr>
  </property>
  <property fmtid="{D5CDD505-2E9C-101B-9397-08002B2CF9AE}" pid="21" name="MSIP_Label_7294a1c8-9899-41e7-8f6e-8b1b3c79592a_Tag">
    <vt:lpwstr>10, 0, 1, 1</vt:lpwstr>
  </property>
</Properties>
</file>