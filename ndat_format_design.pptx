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3" name="Shape 1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8686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.ndat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13232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Data Container for the 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blueprint — type system, on-disk anatomy,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source map and build order.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current .txt variable store.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slides  |  Architecture review draft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868680"/>
            <a:ext cx="2423160" cy="777240"/>
          </a:xfrm>
          <a:prstGeom prst="rect">
            <a:avLst/>
          </a:prstGeom>
          <a:solidFill>
            <a:srgbClr val="11151C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868680"/>
            <a:ext cx="64008" cy="777240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969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12710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backend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2423160" cy="777240"/>
          </a:xfrm>
          <a:prstGeom prst="rect">
            <a:avLst/>
          </a:prstGeom>
          <a:solidFill>
            <a:srgbClr val="11151C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828800"/>
            <a:ext cx="64008" cy="777240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392" y="1929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 / Parquet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65392" y="22311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+ interchange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788920"/>
            <a:ext cx="2423160" cy="777240"/>
          </a:xfrm>
          <a:prstGeom prst="rect">
            <a:avLst/>
          </a:prstGeom>
          <a:solidFill>
            <a:srgbClr val="11151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2788920"/>
            <a:ext cx="64008" cy="777240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2889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netCDF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3191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grids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3931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writer session  ·  append-only
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 ·  mmap  ·  GPU-aligned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115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system &amp; promotion lattice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carries an explicit NDType tag. Containers resolve to ONE type that can represent every element.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1993392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" y="192024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byte, bit-packable.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rank — always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absorbed by numerics.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87752" y="1463040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87752" y="1463040"/>
            <a:ext cx="1993392" cy="6400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2" name="Text 10"/>
          <p:cNvSpPr/>
          <p:nvPr/>
        </p:nvSpPr>
        <p:spPr>
          <a:xfrm>
            <a:off x="2734056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/ UINT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34056" y="192024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int8…int256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uint8…uint256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stored per var.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18304" y="1463040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18304" y="1463040"/>
            <a:ext cx="1993392" cy="6400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192024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float8…float256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float16 = default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width.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48856" y="1463040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48856" y="1463040"/>
            <a:ext cx="1993392" cy="6400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192024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UTF-8, offset+data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arrays. Highest rank —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everything.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035808"/>
            <a:ext cx="8229600" cy="1298448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1455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PROMOTION RULE  (covers your points 6, 7, 8)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3419856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 →  uint  →  int  →  float  →  string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once, take max rank, then max width. [5,5] with "apple" at [3,3] → whole matrix becomes string.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[5,5] floats with bool 0 at [3,3] → stays float. Original element dtypes kept in a mask only when mixed.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solidFill>
            <a:srgbClr val="E4DED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805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keep float16 as the declared default, but auto-widen to float64 when a literal loses precision.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115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 of one .ndat file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257800" cy="658368"/>
          </a:xfrm>
          <a:prstGeom prst="rect">
            <a:avLst/>
          </a:prstGeom>
          <a:solidFill>
            <a:srgbClr val="11151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65836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1978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SUPERBLOCK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14538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'NDAT\x1A' · format_version · endianness · backend id · UUID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5257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92808"/>
            <a:ext cx="73152" cy="65836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947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/schema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22037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NDType registry — old files stay readable forever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42616"/>
            <a:ext cx="5257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42616"/>
            <a:ext cx="73152" cy="65836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697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/catalog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2953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Size · Dtype · offset — what the Variable Explorer reads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92424"/>
            <a:ext cx="5257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92424"/>
            <a:ext cx="73152" cy="65836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4472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/vars/&lt;name&gt;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chunked, compressed payload (zstd/blosc), extendable dims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142232"/>
            <a:ext cx="5257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42232"/>
            <a:ext cx="73152" cy="65836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1970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/journal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4453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log of the line-by-line AOT session; crash-safe replay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1325880"/>
            <a:ext cx="420624" cy="420624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002" y="1435242"/>
            <a:ext cx="201900" cy="2019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784848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63640" y="1874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major.minor in superblock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refuse major&gt;known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layer upgrades old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03504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63640" y="3200400"/>
            <a:ext cx="420624" cy="420624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02" y="3309762"/>
            <a:ext cx="201900" cy="2019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784848" y="3218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GPU-ready layout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263640" y="3749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struct-of-arrays, no pointers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row-major, 256-byte aligned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= one H2D transfer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115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source map — which file does what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24128"/>
          <a:ext cx="8375904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606040"/>
                <a:gridCol w="4718304"/>
              </a:tblGrid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2A3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LAYER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2A3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2A3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JOB IT OWNS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 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ndat_types.hpp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NDType enum, byte widths, names, traits. Zero dependencies.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ndat_value.hpp / 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NDValue variant: scalar, list, matrix + shape.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ndat_promote.hpp / 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lattice + container resolution (rules 6-8).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ndat_header.hpp / 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Superblock read/write, magic, version, endianness.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ndat_schema.hpp / 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VariableRecord {Name,Value,Size,Dtype}; schema registry.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ndat_backend.hpp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IBackend interface — the plug socket.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backends/hdf5|arrow|parquet|netcdf.cpp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concrete impl per format, chosen at open().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ndat_chunker.hpp / 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sizing, alignment, compression codec.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ndat_writer.hpp / 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session writer + journal flush.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ndat_reader.hpp / 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 mmap reader, slice/stride access.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ndat_catalog.hpp / 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Explorer + plot feed; no payload load.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ndat_migrate.hpp / 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Old-version readers and upgrade paths.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L6 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ndat.hpp / ndat.cpp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C++ API façade (+ C ABI for the IDE).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L6 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tools/ndat_dump.cpp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inspector for debugging files.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Placement &amp; order of execution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ORDER  —  strictly bottom-up, each layer links only downward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078992" cy="566928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37160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 types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36192" y="1371600"/>
            <a:ext cx="155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91640" y="1371600"/>
            <a:ext cx="1078992" cy="566928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10" name="Text 8"/>
          <p:cNvSpPr/>
          <p:nvPr/>
        </p:nvSpPr>
        <p:spPr>
          <a:xfrm>
            <a:off x="1746504" y="137160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value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70632" y="1371600"/>
            <a:ext cx="155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6080" y="1371600"/>
            <a:ext cx="1078992" cy="566928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13" name="Text 11"/>
          <p:cNvSpPr/>
          <p:nvPr/>
        </p:nvSpPr>
        <p:spPr>
          <a:xfrm>
            <a:off x="2980944" y="137160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schema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05072" y="1371600"/>
            <a:ext cx="155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60520" y="1371600"/>
            <a:ext cx="1078992" cy="566928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4215384" y="137160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backends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39512" y="1371600"/>
            <a:ext cx="155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94960" y="1371600"/>
            <a:ext cx="1078992" cy="566928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19" name="Text 17"/>
          <p:cNvSpPr/>
          <p:nvPr/>
        </p:nvSpPr>
        <p:spPr>
          <a:xfrm>
            <a:off x="5449824" y="137160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 engine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73952" y="1371600"/>
            <a:ext cx="155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29400" y="1371600"/>
            <a:ext cx="1078992" cy="566928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22" name="Text 20"/>
          <p:cNvSpPr/>
          <p:nvPr/>
        </p:nvSpPr>
        <p:spPr>
          <a:xfrm>
            <a:off x="6684264" y="137160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 catalog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08392" y="1371600"/>
            <a:ext cx="155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63840" y="1371600"/>
            <a:ext cx="1078992" cy="56692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25" name="Text 23"/>
          <p:cNvSpPr/>
          <p:nvPr/>
        </p:nvSpPr>
        <p:spPr>
          <a:xfrm>
            <a:off x="7918704" y="1371600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L6 API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2212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ORDER  —  one line of user code, one append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450592"/>
            <a:ext cx="8229600" cy="43891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" y="2542032"/>
            <a:ext cx="256032" cy="256032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" y="245059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session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97480" y="245059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ndat.hpp opens the file once at run start — handle stays hot, no reopen per line.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2935224"/>
            <a:ext cx="8229600" cy="43891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" y="3026664"/>
            <a:ext cx="256032" cy="256032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1832" y="293522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 + promote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697480" y="2935224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ndat_promote resolves the container to a single representable NDType.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419856"/>
            <a:ext cx="8229600" cy="43891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8" name="Shape 36"/>
          <p:cNvSpPr/>
          <p:nvPr/>
        </p:nvSpPr>
        <p:spPr>
          <a:xfrm>
            <a:off x="576072" y="3511296"/>
            <a:ext cx="256032" cy="256032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1832" y="341985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 payload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697480" y="3419856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ndat_writer streams via ndat_chunker into the active backend chunk.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904488"/>
            <a:ext cx="8229600" cy="43891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43" name="Shape 41"/>
          <p:cNvSpPr/>
          <p:nvPr/>
        </p:nvSpPr>
        <p:spPr>
          <a:xfrm>
            <a:off x="576072" y="3995928"/>
            <a:ext cx="256032" cy="256032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44" name="Text 42"/>
          <p:cNvSpPr/>
          <p:nvPr/>
        </p:nvSpPr>
        <p:spPr>
          <a:xfrm>
            <a:off x="576072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41832" y="390448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catalog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697480" y="390448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Value · Size · Dtype appended to /catalog; journal flushed.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389120"/>
            <a:ext cx="8229600" cy="438912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48" name="Shape 46"/>
          <p:cNvSpPr/>
          <p:nvPr/>
        </p:nvSpPr>
        <p:spPr>
          <a:xfrm>
            <a:off x="576072" y="4480560"/>
            <a:ext cx="256032" cy="256032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49" name="Text 47"/>
          <p:cNvSpPr/>
          <p:nvPr/>
        </p:nvSpPr>
        <p:spPr>
          <a:xfrm>
            <a:off x="576072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41832" y="43891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Explorer / plot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2697480" y="43891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ndat_catalog serves metadata instantly; ndat_reader mmaps only the slice plotted.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115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24128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guarantees &amp; open decisions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79192" cy="6400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298448"/>
            <a:ext cx="420624" cy="420624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30" y="1407810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TB and beyond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21214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ever fully materialised. Extendable chunked datasets + 64-bit offsets; appends touch the tail only.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27832" y="105156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27832" y="1051560"/>
            <a:ext cx="2679192" cy="6400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0" y="1298448"/>
            <a:ext cx="420624" cy="420624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362" y="1407810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rewrite per line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29000" y="21214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 line-by-line writes go to an open handle and a journal — never a full-file rewrite like the .txt store.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98464" y="105156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98464" y="1051560"/>
            <a:ext cx="2679192" cy="64008"/>
          </a:xfrm>
          <a:prstGeom prst="rect">
            <a:avLst/>
          </a:prstGeom>
          <a:solidFill>
            <a:srgbClr val="F2A33C"/>
          </a:solidFill>
          <a:ln/>
        </p:spPr>
      </p:sp>
      <p:sp>
        <p:nvSpPr>
          <p:cNvPr id="19" name="Shape 15"/>
          <p:cNvSpPr/>
          <p:nvPr/>
        </p:nvSpPr>
        <p:spPr>
          <a:xfrm>
            <a:off x="6199632" y="1298448"/>
            <a:ext cx="420624" cy="420624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994" y="1407810"/>
            <a:ext cx="201900" cy="201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9632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backend per shape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99632" y="21214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HDF5 for dense N-D and default; Arrow/Parquet for columnar tables; netCDF only for CF-style grids.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154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 BEFORE THE CODE IS WRITTEN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85800" y="3456432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float16 default — accept silent precision loss, or auto-widen on overflow?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int128/256 and float128/256 have no native hardware type — ship a soft type or drop them from v1?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complex, datetime and null/NA to the type set now, so version 1 does not need a breaking change later.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containers: store one promoted array, or keep a parallel per-element dtype mask?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.ndat Format — Architecture &amp; File Map</dc:title>
  <dc:subject>PptxGenJS Presentation</dc:subject>
  <dc:creator>Sivaraj Sivaraman CNN TOD2</dc:creator>
  <lastModifiedBy>Sivaraj Sivaraman CNN TOD2</lastModifiedBy>
  <revision>1</revision>
  <dcterms:created xsi:type="dcterms:W3CDTF">2026-09-26T11:07:35.5524895Z</dcterms:created>
  <dcterms:modified xsi:type="dcterms:W3CDTF">2026-09-26T11:07:35.5524895Z</dcterms:modified>
</coreProperties>
</file>